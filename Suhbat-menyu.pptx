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Drop the signature dish photo into the right-hand frame — dark plate on dark background works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Soups and mains. Each panel takes one photo at the top — drop a file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 and cold dishes. Shashlik prices are per skewer — that line stays.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Table-tent card. Print at A5, fold, one per table. Scanning opens the two-choice screen: Instagram or full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09760" cy="10287000"/>
          </a:xfrm>
          <a:prstGeom prst="rect">
            <a:avLst/>
          </a:prstGeom>
          <a:gradFill rotWithShape="1">
            <a:gsLst>
              <a:gs pos="0">
                <a:srgbClr val="C8A24A">
                  <a:alpha val="12000"/>
                </a:srgbClr>
              </a:gs>
              <a:gs pos="62000">
                <a:srgbClr val="C8A24A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819150"/>
            <a:ext cx="2121337" cy="529590"/>
          </a:xfrm>
          <a:prstGeom prst="roundRect">
            <a:avLst>
              <a:gd name="adj" fmla="val 50000"/>
            </a:avLst>
          </a:prstGeom>
          <a:ln w="7620">
            <a:solidFill>
              <a:srgbClr val="C8A24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9170" y="1045845"/>
            <a:ext cx="76200" cy="7620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912495"/>
            <a:ext cx="16251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EST. 2017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1672590"/>
            <a:ext cx="878433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63"/>
              </a:lnSpc>
              <a:buNone/>
            </a:pPr>
            <a:r>
              <a:rPr lang="en-US" sz="5700" i="1" dirty="0">
                <a:solidFill>
                  <a:srgbClr val="C8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Milliy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723900" y="2548890"/>
            <a:ext cx="8826246" cy="1522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5327"/>
              </a:lnSpc>
              <a:buNone/>
            </a:pPr>
            <a:r>
              <a:rPr lang="en-US" sz="14250" b="1" spc="142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TAOMNOMA</a:t>
            </a:r>
            <a:endParaRPr lang="en-US" sz="14250" dirty="0"/>
          </a:p>
        </p:txBody>
      </p:sp>
      <p:sp>
        <p:nvSpPr>
          <p:cNvPr id="8" name="Shape 6"/>
          <p:cNvSpPr/>
          <p:nvPr/>
        </p:nvSpPr>
        <p:spPr>
          <a:xfrm>
            <a:off x="762000" y="4537710"/>
            <a:ext cx="1047750" cy="19050"/>
          </a:xfrm>
          <a:prstGeom prst="rect">
            <a:avLst/>
          </a:prstGeom>
          <a:solidFill>
            <a:srgbClr val="C8A24A"/>
          </a:solidFill>
          <a:ln/>
        </p:spPr>
      </p:sp>
      <p:sp>
        <p:nvSpPr>
          <p:cNvPr id="9" name="Text 7"/>
          <p:cNvSpPr/>
          <p:nvPr/>
        </p:nvSpPr>
        <p:spPr>
          <a:xfrm>
            <a:off x="2000250" y="4318635"/>
            <a:ext cx="15756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72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SUHBAT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2000" y="5023485"/>
            <a:ext cx="4768025" cy="123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760"/>
              </a:lnSpc>
              <a:buNone/>
            </a:pPr>
            <a:r>
              <a:rPr lang="en-US" sz="2025" dirty="0">
                <a:solidFill>
                  <a:srgbClr val="9A938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Qozonda, cho‘g‘da va sabr bilan pishirilgan taomlar. Har kuni yangi go‘sht, har kuni yangi non.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762000" y="7185660"/>
            <a:ext cx="7985760" cy="2282190"/>
          </a:xfrm>
          <a:prstGeom prst="roundRect">
            <a:avLst>
              <a:gd name="adj" fmla="val 8347"/>
            </a:avLst>
          </a:prstGeom>
          <a:solidFill>
            <a:srgbClr val="1A1A1A"/>
          </a:solidFill>
          <a:ln w="7620">
            <a:solidFill>
              <a:srgbClr val="2C2C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5370" y="7440930"/>
            <a:ext cx="1771650" cy="1771650"/>
          </a:xfrm>
          <a:prstGeom prst="roundRect">
            <a:avLst>
              <a:gd name="adj" fmla="val 6452"/>
            </a:avLst>
          </a:prstGeom>
          <a:solidFill>
            <a:srgbClr val="F2EDE4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7574280"/>
            <a:ext cx="1504950" cy="15049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112770" y="7486174"/>
            <a:ext cx="4714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384" kern="0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QR NI SKANERLANG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112770" y="8038624"/>
            <a:ext cx="441483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94"/>
              </a:lnSpc>
              <a:buNone/>
            </a:pPr>
            <a:r>
              <a:rPr lang="en-US" sz="1875" dirty="0">
                <a:solidFill>
                  <a:srgbClr val="9A938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Ikki tanlov chiqadi: </a:t>
            </a:r>
            <a:pPr algn="l" indent="0" marL="0">
              <a:lnSpc>
                <a:spcPct val="100694"/>
              </a:lnSpc>
              <a:buNone/>
            </a:pPr>
            <a:r>
              <a:rPr lang="en-US" sz="1875" dirty="0">
                <a:solidFill>
                  <a:srgbClr val="F2EDE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Instagram sahifamiz </a:t>
            </a:r>
            <a:pPr algn="l" indent="0" marL="0">
              <a:lnSpc>
                <a:spcPct val="100694"/>
              </a:lnSpc>
              <a:buNone/>
            </a:pPr>
            <a:r>
              <a:rPr lang="en-US" sz="1875" dirty="0">
                <a:solidFill>
                  <a:srgbClr val="9A938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yoki </a:t>
            </a:r>
            <a:pPr algn="l" indent="0" marL="0">
              <a:lnSpc>
                <a:spcPct val="100694"/>
              </a:lnSpc>
              <a:buNone/>
            </a:pPr>
            <a:r>
              <a:rPr lang="en-US" sz="1875" dirty="0">
                <a:solidFill>
                  <a:srgbClr val="F2EDE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to‘liq menyu</a:t>
            </a:r>
            <a:pPr algn="l" indent="0" marL="0">
              <a:lnSpc>
                <a:spcPct val="100694"/>
              </a:lnSpc>
              <a:buNone/>
            </a:pPr>
            <a:r>
              <a:rPr lang="en-US" sz="1875" dirty="0">
                <a:solidFill>
                  <a:srgbClr val="9A938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112770" y="8824436"/>
            <a:ext cx="47148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6F6A6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@suhbat_milliytaomlar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509760" y="209550"/>
            <a:ext cx="8583930" cy="9883140"/>
          </a:xfrm>
          <a:prstGeom prst="roundRect">
            <a:avLst>
              <a:gd name="adj" fmla="val 2885"/>
            </a:avLst>
          </a:prstGeom>
          <a:ln w="7620">
            <a:solidFill>
              <a:srgbClr val="2C2C2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2090"/>
            <a:ext cx="169164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33400"/>
            <a:ext cx="2063413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39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SUHBAT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733080" y="792480"/>
            <a:ext cx="2044553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i="1" dirty="0">
                <a:solidFill>
                  <a:srgbClr val="C8A24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milliy taomlar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201650" y="929640"/>
            <a:ext cx="48406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07A7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NARXLAR SO‘MDA · XIZMAT 10%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75460"/>
            <a:ext cx="8248650" cy="7940040"/>
          </a:xfrm>
          <a:prstGeom prst="roundRect">
            <a:avLst>
              <a:gd name="adj" fmla="val 2879"/>
            </a:avLst>
          </a:prstGeom>
          <a:solidFill>
            <a:srgbClr val="1A1A1A"/>
          </a:solidFill>
          <a:ln w="762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070" y="2030730"/>
            <a:ext cx="3257669" cy="57912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</p:sp>
      <p:sp>
        <p:nvSpPr>
          <p:cNvPr id="8" name="Text 6"/>
          <p:cNvSpPr/>
          <p:nvPr/>
        </p:nvSpPr>
        <p:spPr>
          <a:xfrm>
            <a:off x="1131570" y="2106930"/>
            <a:ext cx="2974399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360" kern="0" dirty="0">
                <a:solidFill>
                  <a:srgbClr val="12121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BIRINCHI TAOMLAR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351139" y="2315528"/>
            <a:ext cx="4328041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0" name="Shape 8"/>
          <p:cNvSpPr/>
          <p:nvPr/>
        </p:nvSpPr>
        <p:spPr>
          <a:xfrm>
            <a:off x="941070" y="372999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41070" y="2895600"/>
            <a:ext cx="4526411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QO‘Y SHO‘RVA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41070" y="3348990"/>
            <a:ext cx="45264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1800" dirty="0">
                <a:solidFill>
                  <a:srgbClr val="8E888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Qo‘y go‘shti, kartoshka, sabzi, ko‘kat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27439" y="2895600"/>
            <a:ext cx="918091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38 000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941070" y="466725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41070" y="3832860"/>
            <a:ext cx="4522875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MOL SHO‘RVA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941070" y="4286250"/>
            <a:ext cx="45228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1800" dirty="0">
                <a:solidFill>
                  <a:srgbClr val="8E888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Mol go‘shti, tozalangan bulyon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24225" y="3832860"/>
            <a:ext cx="921306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36 000</a:t>
            </a:r>
            <a:endParaRPr lang="en-US" sz="2325" dirty="0"/>
          </a:p>
        </p:txBody>
      </p:sp>
      <p:sp>
        <p:nvSpPr>
          <p:cNvPr id="18" name="Shape 16"/>
          <p:cNvSpPr/>
          <p:nvPr/>
        </p:nvSpPr>
        <p:spPr>
          <a:xfrm>
            <a:off x="941070" y="560451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41070" y="4770120"/>
            <a:ext cx="452614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MOSH XO‘RDA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941070" y="5223510"/>
            <a:ext cx="45261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1800" dirty="0">
                <a:solidFill>
                  <a:srgbClr val="8E888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Mosh, guruch va mayda sabzavotlar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27201" y="4770120"/>
            <a:ext cx="918329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28 000</a:t>
            </a:r>
            <a:endParaRPr lang="en-US" sz="2325" dirty="0"/>
          </a:p>
        </p:txBody>
      </p:sp>
      <p:sp>
        <p:nvSpPr>
          <p:cNvPr id="22" name="Shape 20"/>
          <p:cNvSpPr/>
          <p:nvPr/>
        </p:nvSpPr>
        <p:spPr>
          <a:xfrm>
            <a:off x="941070" y="654177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41070" y="5707380"/>
            <a:ext cx="4529292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QO‘ZI SHO‘RVA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941070" y="6160770"/>
            <a:ext cx="45292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1800" dirty="0">
                <a:solidFill>
                  <a:srgbClr val="8E888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Yosh qo‘zi go‘shtidan, yengil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0059" y="5707380"/>
            <a:ext cx="915472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45 000</a:t>
            </a:r>
            <a:endParaRPr lang="en-US" sz="2325" dirty="0"/>
          </a:p>
        </p:txBody>
      </p:sp>
      <p:sp>
        <p:nvSpPr>
          <p:cNvPr id="26" name="Shape 24"/>
          <p:cNvSpPr/>
          <p:nvPr/>
        </p:nvSpPr>
        <p:spPr>
          <a:xfrm>
            <a:off x="941070" y="747903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41070" y="6644640"/>
            <a:ext cx="4518684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MASTAVA</a:t>
            </a:r>
            <a:endParaRPr lang="en-US" sz="2325" dirty="0"/>
          </a:p>
        </p:txBody>
      </p:sp>
      <p:sp>
        <p:nvSpPr>
          <p:cNvPr id="28" name="Text 26"/>
          <p:cNvSpPr/>
          <p:nvPr/>
        </p:nvSpPr>
        <p:spPr>
          <a:xfrm>
            <a:off x="941070" y="7098030"/>
            <a:ext cx="45186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1800" dirty="0">
                <a:solidFill>
                  <a:srgbClr val="8E888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Guruchli sho‘rva, suzma bilan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20414" y="6644640"/>
            <a:ext cx="925116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30 000</a:t>
            </a:r>
            <a:endParaRPr lang="en-US" sz="2325" dirty="0"/>
          </a:p>
        </p:txBody>
      </p:sp>
      <p:sp>
        <p:nvSpPr>
          <p:cNvPr id="30" name="Text 28"/>
          <p:cNvSpPr/>
          <p:nvPr/>
        </p:nvSpPr>
        <p:spPr>
          <a:xfrm>
            <a:off x="941070" y="7581900"/>
            <a:ext cx="4530602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TUSHONKA SHO‘RVA</a:t>
            </a:r>
            <a:endParaRPr lang="en-US" sz="2325" dirty="0"/>
          </a:p>
        </p:txBody>
      </p:sp>
      <p:sp>
        <p:nvSpPr>
          <p:cNvPr id="31" name="Text 29"/>
          <p:cNvSpPr/>
          <p:nvPr/>
        </p:nvSpPr>
        <p:spPr>
          <a:xfrm>
            <a:off x="941070" y="8035290"/>
            <a:ext cx="45306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1800" dirty="0">
                <a:solidFill>
                  <a:srgbClr val="8E888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Uy usulida, quyultirilgan go‘sht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1249" y="7581900"/>
            <a:ext cx="914281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32 000</a:t>
            </a:r>
            <a:endParaRPr lang="en-US" sz="2325" dirty="0"/>
          </a:p>
        </p:txBody>
      </p:sp>
      <p:sp>
        <p:nvSpPr>
          <p:cNvPr id="33" name="Shape 31"/>
          <p:cNvSpPr/>
          <p:nvPr/>
        </p:nvSpPr>
        <p:spPr>
          <a:xfrm>
            <a:off x="9353550" y="1775460"/>
            <a:ext cx="8248650" cy="7940040"/>
          </a:xfrm>
          <a:prstGeom prst="roundRect">
            <a:avLst>
              <a:gd name="adj" fmla="val 2879"/>
            </a:avLst>
          </a:prstGeom>
          <a:solidFill>
            <a:srgbClr val="1A1A1A"/>
          </a:solidFill>
          <a:ln w="7620">
            <a:solidFill>
              <a:srgbClr val="2C2C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8820" y="2030730"/>
            <a:ext cx="3242191" cy="57912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</p:sp>
      <p:sp>
        <p:nvSpPr>
          <p:cNvPr id="35" name="Text 33"/>
          <p:cNvSpPr/>
          <p:nvPr/>
        </p:nvSpPr>
        <p:spPr>
          <a:xfrm>
            <a:off x="9799320" y="2106930"/>
            <a:ext cx="2958457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360" kern="0" dirty="0">
                <a:solidFill>
                  <a:srgbClr val="12121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IKKINCHI TAOMLAR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3003411" y="2315528"/>
            <a:ext cx="4343519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7" name="Shape 35"/>
          <p:cNvSpPr/>
          <p:nvPr/>
        </p:nvSpPr>
        <p:spPr>
          <a:xfrm>
            <a:off x="9608820" y="336804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608820" y="2889885"/>
            <a:ext cx="250648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JIZ — QO‘Y GO‘SHTI</a:t>
            </a:r>
            <a:endParaRPr lang="en-US" sz="2175" dirty="0"/>
          </a:p>
        </p:txBody>
      </p:sp>
      <p:sp>
        <p:nvSpPr>
          <p:cNvPr id="39" name="Shape 37"/>
          <p:cNvSpPr/>
          <p:nvPr/>
        </p:nvSpPr>
        <p:spPr>
          <a:xfrm>
            <a:off x="12058888" y="3133725"/>
            <a:ext cx="1662470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0" name="Text 38"/>
          <p:cNvSpPr/>
          <p:nvPr/>
        </p:nvSpPr>
        <p:spPr>
          <a:xfrm>
            <a:off x="13892808" y="2867025"/>
            <a:ext cx="920472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95 000</a:t>
            </a:r>
            <a:endParaRPr lang="en-US" sz="2325" dirty="0"/>
          </a:p>
        </p:txBody>
      </p:sp>
      <p:sp>
        <p:nvSpPr>
          <p:cNvPr id="41" name="Shape 39"/>
          <p:cNvSpPr/>
          <p:nvPr/>
        </p:nvSpPr>
        <p:spPr>
          <a:xfrm>
            <a:off x="9608820" y="394335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608820" y="3442335"/>
            <a:ext cx="1920002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QOZON KABOB</a:t>
            </a:r>
            <a:endParaRPr lang="en-US" sz="2325" dirty="0"/>
          </a:p>
        </p:txBody>
      </p:sp>
      <p:sp>
        <p:nvSpPr>
          <p:cNvPr id="43" name="Shape 41"/>
          <p:cNvSpPr/>
          <p:nvPr/>
        </p:nvSpPr>
        <p:spPr>
          <a:xfrm>
            <a:off x="11525727" y="3709035"/>
            <a:ext cx="2198846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4" name="Text 42"/>
          <p:cNvSpPr/>
          <p:nvPr/>
        </p:nvSpPr>
        <p:spPr>
          <a:xfrm>
            <a:off x="13896023" y="3442335"/>
            <a:ext cx="917258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85 000</a:t>
            </a:r>
            <a:endParaRPr lang="en-US" sz="2325" dirty="0"/>
          </a:p>
        </p:txBody>
      </p:sp>
      <p:sp>
        <p:nvSpPr>
          <p:cNvPr id="45" name="Shape 43"/>
          <p:cNvSpPr/>
          <p:nvPr/>
        </p:nvSpPr>
        <p:spPr>
          <a:xfrm>
            <a:off x="9608820" y="451866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608820" y="4017645"/>
            <a:ext cx="1205984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DIMLAMA</a:t>
            </a:r>
            <a:endParaRPr lang="en-US" sz="2325" dirty="0"/>
          </a:p>
        </p:txBody>
      </p:sp>
      <p:sp>
        <p:nvSpPr>
          <p:cNvPr id="47" name="Shape 45"/>
          <p:cNvSpPr/>
          <p:nvPr/>
        </p:nvSpPr>
        <p:spPr>
          <a:xfrm>
            <a:off x="10910054" y="4284345"/>
            <a:ext cx="2838212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8" name="Text 46"/>
          <p:cNvSpPr/>
          <p:nvPr/>
        </p:nvSpPr>
        <p:spPr>
          <a:xfrm>
            <a:off x="13919717" y="4017645"/>
            <a:ext cx="893564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78 000</a:t>
            </a:r>
            <a:endParaRPr lang="en-US" sz="2325" dirty="0"/>
          </a:p>
        </p:txBody>
      </p:sp>
      <p:sp>
        <p:nvSpPr>
          <p:cNvPr id="49" name="Shape 47"/>
          <p:cNvSpPr/>
          <p:nvPr/>
        </p:nvSpPr>
        <p:spPr>
          <a:xfrm>
            <a:off x="9608820" y="509397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608820" y="4592955"/>
            <a:ext cx="136783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BUG‘LAMA</a:t>
            </a:r>
            <a:endParaRPr lang="en-US" sz="2325" dirty="0"/>
          </a:p>
        </p:txBody>
      </p:sp>
      <p:sp>
        <p:nvSpPr>
          <p:cNvPr id="51" name="Shape 49"/>
          <p:cNvSpPr/>
          <p:nvPr/>
        </p:nvSpPr>
        <p:spPr>
          <a:xfrm>
            <a:off x="11023759" y="4859655"/>
            <a:ext cx="2695813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2" name="Text 50"/>
          <p:cNvSpPr/>
          <p:nvPr/>
        </p:nvSpPr>
        <p:spPr>
          <a:xfrm>
            <a:off x="13891022" y="4592955"/>
            <a:ext cx="922258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88 000</a:t>
            </a:r>
            <a:endParaRPr lang="en-US" sz="2325" dirty="0"/>
          </a:p>
        </p:txBody>
      </p:sp>
      <p:sp>
        <p:nvSpPr>
          <p:cNvPr id="53" name="Shape 51"/>
          <p:cNvSpPr/>
          <p:nvPr/>
        </p:nvSpPr>
        <p:spPr>
          <a:xfrm>
            <a:off x="9608820" y="566928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608820" y="5168265"/>
            <a:ext cx="2228171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QANOT DIMLAMA</a:t>
            </a:r>
            <a:endParaRPr lang="en-US" sz="2325" dirty="0"/>
          </a:p>
        </p:txBody>
      </p:sp>
      <p:sp>
        <p:nvSpPr>
          <p:cNvPr id="55" name="Shape 53"/>
          <p:cNvSpPr/>
          <p:nvPr/>
        </p:nvSpPr>
        <p:spPr>
          <a:xfrm>
            <a:off x="11805881" y="5434965"/>
            <a:ext cx="1915954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6" name="Text 54"/>
          <p:cNvSpPr/>
          <p:nvPr/>
        </p:nvSpPr>
        <p:spPr>
          <a:xfrm>
            <a:off x="13893285" y="5168265"/>
            <a:ext cx="919996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62 000</a:t>
            </a:r>
            <a:endParaRPr lang="en-US" sz="2325" dirty="0"/>
          </a:p>
        </p:txBody>
      </p:sp>
      <p:sp>
        <p:nvSpPr>
          <p:cNvPr id="57" name="Shape 55"/>
          <p:cNvSpPr/>
          <p:nvPr/>
        </p:nvSpPr>
        <p:spPr>
          <a:xfrm>
            <a:off x="9608820" y="624459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608820" y="5743575"/>
            <a:ext cx="101107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TABAKA</a:t>
            </a:r>
            <a:endParaRPr lang="en-US" sz="2325" dirty="0"/>
          </a:p>
        </p:txBody>
      </p:sp>
      <p:sp>
        <p:nvSpPr>
          <p:cNvPr id="59" name="Shape 57"/>
          <p:cNvSpPr/>
          <p:nvPr/>
        </p:nvSpPr>
        <p:spPr>
          <a:xfrm>
            <a:off x="10715149" y="6010275"/>
            <a:ext cx="3025973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0" name="Text 58"/>
          <p:cNvSpPr/>
          <p:nvPr/>
        </p:nvSpPr>
        <p:spPr>
          <a:xfrm>
            <a:off x="13912573" y="5743575"/>
            <a:ext cx="900708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70 000</a:t>
            </a:r>
            <a:endParaRPr lang="en-US" sz="2325" dirty="0"/>
          </a:p>
        </p:txBody>
      </p:sp>
      <p:sp>
        <p:nvSpPr>
          <p:cNvPr id="61" name="Shape 59"/>
          <p:cNvSpPr/>
          <p:nvPr/>
        </p:nvSpPr>
        <p:spPr>
          <a:xfrm>
            <a:off x="9608820" y="681990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608820" y="6318885"/>
            <a:ext cx="2627364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QOVURMA LAG‘MON</a:t>
            </a:r>
            <a:endParaRPr lang="en-US" sz="2325" dirty="0"/>
          </a:p>
        </p:txBody>
      </p:sp>
      <p:sp>
        <p:nvSpPr>
          <p:cNvPr id="63" name="Shape 61"/>
          <p:cNvSpPr/>
          <p:nvPr/>
        </p:nvSpPr>
        <p:spPr>
          <a:xfrm>
            <a:off x="12168783" y="6585585"/>
            <a:ext cx="1560909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4" name="Text 62"/>
          <p:cNvSpPr/>
          <p:nvPr/>
        </p:nvSpPr>
        <p:spPr>
          <a:xfrm>
            <a:off x="13901142" y="6318885"/>
            <a:ext cx="912138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55 000</a:t>
            </a:r>
            <a:endParaRPr lang="en-US" sz="2325" dirty="0"/>
          </a:p>
        </p:txBody>
      </p:sp>
      <p:sp>
        <p:nvSpPr>
          <p:cNvPr id="65" name="Shape 63"/>
          <p:cNvSpPr/>
          <p:nvPr/>
        </p:nvSpPr>
        <p:spPr>
          <a:xfrm>
            <a:off x="9608820" y="739521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9608820" y="6894195"/>
            <a:ext cx="841296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MANTI</a:t>
            </a:r>
            <a:endParaRPr lang="en-US" sz="2325" dirty="0"/>
          </a:p>
        </p:txBody>
      </p:sp>
      <p:sp>
        <p:nvSpPr>
          <p:cNvPr id="67" name="Shape 65"/>
          <p:cNvSpPr/>
          <p:nvPr/>
        </p:nvSpPr>
        <p:spPr>
          <a:xfrm>
            <a:off x="10545366" y="7160895"/>
            <a:ext cx="3175992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8" name="Text 66"/>
          <p:cNvSpPr/>
          <p:nvPr/>
        </p:nvSpPr>
        <p:spPr>
          <a:xfrm>
            <a:off x="13892808" y="6894195"/>
            <a:ext cx="920472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48 000</a:t>
            </a:r>
            <a:endParaRPr lang="en-US" sz="2325" dirty="0"/>
          </a:p>
        </p:txBody>
      </p:sp>
      <p:sp>
        <p:nvSpPr>
          <p:cNvPr id="69" name="Shape 67"/>
          <p:cNvSpPr/>
          <p:nvPr/>
        </p:nvSpPr>
        <p:spPr>
          <a:xfrm>
            <a:off x="9608820" y="797052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608820" y="7469505"/>
            <a:ext cx="1437644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BIFSHTEKS</a:t>
            </a:r>
            <a:endParaRPr lang="en-US" sz="2325" dirty="0"/>
          </a:p>
        </p:txBody>
      </p:sp>
      <p:sp>
        <p:nvSpPr>
          <p:cNvPr id="71" name="Shape 69"/>
          <p:cNvSpPr/>
          <p:nvPr/>
        </p:nvSpPr>
        <p:spPr>
          <a:xfrm>
            <a:off x="11087220" y="7736205"/>
            <a:ext cx="2664857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2" name="Text 70"/>
          <p:cNvSpPr/>
          <p:nvPr/>
        </p:nvSpPr>
        <p:spPr>
          <a:xfrm>
            <a:off x="13923526" y="7469505"/>
            <a:ext cx="889754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72 000</a:t>
            </a:r>
            <a:endParaRPr lang="en-US" sz="2325" dirty="0"/>
          </a:p>
        </p:txBody>
      </p:sp>
      <p:sp>
        <p:nvSpPr>
          <p:cNvPr id="73" name="Text 71"/>
          <p:cNvSpPr/>
          <p:nvPr/>
        </p:nvSpPr>
        <p:spPr>
          <a:xfrm>
            <a:off x="9608820" y="8044815"/>
            <a:ext cx="2045732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BIFSTROGANOV</a:t>
            </a:r>
            <a:endParaRPr lang="en-US" sz="2325" dirty="0"/>
          </a:p>
        </p:txBody>
      </p:sp>
      <p:sp>
        <p:nvSpPr>
          <p:cNvPr id="74" name="Shape 72"/>
          <p:cNvSpPr/>
          <p:nvPr/>
        </p:nvSpPr>
        <p:spPr>
          <a:xfrm>
            <a:off x="11640027" y="8311515"/>
            <a:ext cx="2113240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5" name="Text 73"/>
          <p:cNvSpPr/>
          <p:nvPr/>
        </p:nvSpPr>
        <p:spPr>
          <a:xfrm>
            <a:off x="13924716" y="8044815"/>
            <a:ext cx="888563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75 000</a:t>
            </a:r>
            <a:endParaRPr lang="en-US" sz="23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2090"/>
            <a:ext cx="16916400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33400"/>
            <a:ext cx="2063413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390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SUHBAT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733080" y="792480"/>
            <a:ext cx="255939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i="1" dirty="0">
                <a:solidFill>
                  <a:srgbClr val="C8A24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olovda &amp; sovuqda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201650" y="929640"/>
            <a:ext cx="48406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07A7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NARXLAR SO‘MDA · XIZMAT 10%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75460"/>
            <a:ext cx="8248650" cy="7940040"/>
          </a:xfrm>
          <a:prstGeom prst="roundRect">
            <a:avLst>
              <a:gd name="adj" fmla="val 2879"/>
            </a:avLst>
          </a:prstGeom>
          <a:solidFill>
            <a:srgbClr val="1A1A1A"/>
          </a:solidFill>
          <a:ln w="762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070" y="2030730"/>
            <a:ext cx="2429470" cy="57912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</p:sp>
      <p:sp>
        <p:nvSpPr>
          <p:cNvPr id="8" name="Text 6"/>
          <p:cNvSpPr/>
          <p:nvPr/>
        </p:nvSpPr>
        <p:spPr>
          <a:xfrm>
            <a:off x="1131570" y="2106930"/>
            <a:ext cx="212467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360" kern="0" dirty="0">
                <a:solidFill>
                  <a:srgbClr val="12121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SHASHLIKLAR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522940" y="2148840"/>
            <a:ext cx="6500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07A7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SIX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49222" y="2315528"/>
            <a:ext cx="4429958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1" name="Shape 9"/>
          <p:cNvSpPr/>
          <p:nvPr/>
        </p:nvSpPr>
        <p:spPr>
          <a:xfrm>
            <a:off x="941070" y="340614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41070" y="2876550"/>
            <a:ext cx="204795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QO‘Y SHASHLIK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2974300" y="3143250"/>
            <a:ext cx="2085499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4" name="Text 12"/>
          <p:cNvSpPr/>
          <p:nvPr/>
        </p:nvSpPr>
        <p:spPr>
          <a:xfrm>
            <a:off x="5231249" y="2876550"/>
            <a:ext cx="914281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32 000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941070" y="403860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41070" y="3509010"/>
            <a:ext cx="198849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MOL SHASHLIK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2920246" y="3775710"/>
            <a:ext cx="2135505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8" name="Text 16"/>
          <p:cNvSpPr/>
          <p:nvPr/>
        </p:nvSpPr>
        <p:spPr>
          <a:xfrm>
            <a:off x="5227201" y="3509010"/>
            <a:ext cx="918329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28 000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941070" y="467106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41070" y="4141470"/>
            <a:ext cx="889754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QANOT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1926074" y="4408170"/>
            <a:ext cx="3134678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Text 20"/>
          <p:cNvSpPr/>
          <p:nvPr/>
        </p:nvSpPr>
        <p:spPr>
          <a:xfrm>
            <a:off x="5232202" y="4141470"/>
            <a:ext cx="913328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25 000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941070" y="530352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41070" y="4773930"/>
            <a:ext cx="864394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QIYMA</a:t>
            </a:r>
            <a:endParaRPr lang="en-US" sz="2325" dirty="0"/>
          </a:p>
        </p:txBody>
      </p:sp>
      <p:sp>
        <p:nvSpPr>
          <p:cNvPr id="25" name="Shape 23"/>
          <p:cNvSpPr/>
          <p:nvPr/>
        </p:nvSpPr>
        <p:spPr>
          <a:xfrm>
            <a:off x="1900714" y="5040630"/>
            <a:ext cx="3158847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6" name="Text 24"/>
          <p:cNvSpPr/>
          <p:nvPr/>
        </p:nvSpPr>
        <p:spPr>
          <a:xfrm>
            <a:off x="5231011" y="4773930"/>
            <a:ext cx="914519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22 000</a:t>
            </a:r>
            <a:endParaRPr lang="en-US" sz="2325" dirty="0"/>
          </a:p>
        </p:txBody>
      </p:sp>
      <p:sp>
        <p:nvSpPr>
          <p:cNvPr id="27" name="Shape 25"/>
          <p:cNvSpPr/>
          <p:nvPr/>
        </p:nvSpPr>
        <p:spPr>
          <a:xfrm>
            <a:off x="941070" y="593598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41070" y="5406390"/>
            <a:ext cx="76866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JIGAR</a:t>
            </a:r>
            <a:endParaRPr lang="en-US" sz="2325" dirty="0"/>
          </a:p>
        </p:txBody>
      </p:sp>
      <p:sp>
        <p:nvSpPr>
          <p:cNvPr id="29" name="Shape 27"/>
          <p:cNvSpPr/>
          <p:nvPr/>
        </p:nvSpPr>
        <p:spPr>
          <a:xfrm>
            <a:off x="1804988" y="5673090"/>
            <a:ext cx="3256121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0" name="Text 28"/>
          <p:cNvSpPr/>
          <p:nvPr/>
        </p:nvSpPr>
        <p:spPr>
          <a:xfrm>
            <a:off x="5232559" y="5406390"/>
            <a:ext cx="912971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24 000</a:t>
            </a:r>
            <a:endParaRPr lang="en-US" sz="2325" dirty="0"/>
          </a:p>
        </p:txBody>
      </p:sp>
      <p:sp>
        <p:nvSpPr>
          <p:cNvPr id="31" name="Shape 29"/>
          <p:cNvSpPr/>
          <p:nvPr/>
        </p:nvSpPr>
        <p:spPr>
          <a:xfrm>
            <a:off x="941070" y="656844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41070" y="6038850"/>
            <a:ext cx="2326005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TOVUQ SHASHLIK</a:t>
            </a:r>
            <a:endParaRPr lang="en-US" sz="2325" dirty="0"/>
          </a:p>
        </p:txBody>
      </p:sp>
      <p:sp>
        <p:nvSpPr>
          <p:cNvPr id="33" name="Shape 31"/>
          <p:cNvSpPr/>
          <p:nvPr/>
        </p:nvSpPr>
        <p:spPr>
          <a:xfrm>
            <a:off x="3227070" y="6305550"/>
            <a:ext cx="1825347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223867" y="6038850"/>
            <a:ext cx="921663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26 000</a:t>
            </a:r>
            <a:endParaRPr lang="en-US" sz="2325" dirty="0"/>
          </a:p>
        </p:txBody>
      </p:sp>
      <p:sp>
        <p:nvSpPr>
          <p:cNvPr id="35" name="Shape 33"/>
          <p:cNvSpPr/>
          <p:nvPr/>
        </p:nvSpPr>
        <p:spPr>
          <a:xfrm>
            <a:off x="941070" y="720090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41070" y="6671310"/>
            <a:ext cx="239424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DUMBA SHASHLIK</a:t>
            </a:r>
            <a:endParaRPr lang="en-US" sz="2325" dirty="0"/>
          </a:p>
        </p:txBody>
      </p:sp>
      <p:sp>
        <p:nvSpPr>
          <p:cNvPr id="37" name="Shape 35"/>
          <p:cNvSpPr/>
          <p:nvPr/>
        </p:nvSpPr>
        <p:spPr>
          <a:xfrm>
            <a:off x="3289102" y="6938010"/>
            <a:ext cx="1759506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8" name="Text 36"/>
          <p:cNvSpPr/>
          <p:nvPr/>
        </p:nvSpPr>
        <p:spPr>
          <a:xfrm>
            <a:off x="5220058" y="6671310"/>
            <a:ext cx="925473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20 000</a:t>
            </a:r>
            <a:endParaRPr lang="en-US" sz="2325" dirty="0"/>
          </a:p>
        </p:txBody>
      </p:sp>
      <p:sp>
        <p:nvSpPr>
          <p:cNvPr id="39" name="Shape 37"/>
          <p:cNvSpPr/>
          <p:nvPr/>
        </p:nvSpPr>
        <p:spPr>
          <a:xfrm>
            <a:off x="941070" y="783336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41070" y="7303770"/>
            <a:ext cx="1353562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OTBIVNOY</a:t>
            </a:r>
            <a:endParaRPr lang="en-US" sz="2325" dirty="0"/>
          </a:p>
        </p:txBody>
      </p:sp>
      <p:sp>
        <p:nvSpPr>
          <p:cNvPr id="41" name="Shape 39"/>
          <p:cNvSpPr/>
          <p:nvPr/>
        </p:nvSpPr>
        <p:spPr>
          <a:xfrm>
            <a:off x="2343031" y="7570470"/>
            <a:ext cx="2715578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2" name="Text 40"/>
          <p:cNvSpPr/>
          <p:nvPr/>
        </p:nvSpPr>
        <p:spPr>
          <a:xfrm>
            <a:off x="5230059" y="7303770"/>
            <a:ext cx="915472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45 000</a:t>
            </a:r>
            <a:endParaRPr lang="en-US" sz="2325" dirty="0"/>
          </a:p>
        </p:txBody>
      </p:sp>
      <p:sp>
        <p:nvSpPr>
          <p:cNvPr id="43" name="Shape 41"/>
          <p:cNvSpPr/>
          <p:nvPr/>
        </p:nvSpPr>
        <p:spPr>
          <a:xfrm>
            <a:off x="941070" y="8465820"/>
            <a:ext cx="5128260" cy="9525"/>
          </a:xfrm>
          <a:prstGeom prst="rect">
            <a:avLst/>
          </a:prstGeom>
          <a:solidFill>
            <a:srgbClr val="F2EDE4">
              <a:alpha val="7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41070" y="7936230"/>
            <a:ext cx="1133356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KOREJKA</a:t>
            </a:r>
            <a:endParaRPr lang="en-US" sz="2325" dirty="0"/>
          </a:p>
        </p:txBody>
      </p:sp>
      <p:sp>
        <p:nvSpPr>
          <p:cNvPr id="45" name="Shape 43"/>
          <p:cNvSpPr/>
          <p:nvPr/>
        </p:nvSpPr>
        <p:spPr>
          <a:xfrm>
            <a:off x="2169676" y="8202930"/>
            <a:ext cx="2883932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6" name="Text 44"/>
          <p:cNvSpPr/>
          <p:nvPr/>
        </p:nvSpPr>
        <p:spPr>
          <a:xfrm>
            <a:off x="5225058" y="7936230"/>
            <a:ext cx="920472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48 000</a:t>
            </a:r>
            <a:endParaRPr lang="en-US" sz="2325" dirty="0"/>
          </a:p>
        </p:txBody>
      </p:sp>
      <p:sp>
        <p:nvSpPr>
          <p:cNvPr id="47" name="Text 45"/>
          <p:cNvSpPr/>
          <p:nvPr/>
        </p:nvSpPr>
        <p:spPr>
          <a:xfrm>
            <a:off x="941070" y="8568690"/>
            <a:ext cx="2681716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spc="116" kern="0" dirty="0">
                <a:solidFill>
                  <a:srgbClr val="E0C48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SHASHLIK ASSORTI</a:t>
            </a:r>
            <a:endParaRPr lang="en-US" sz="2325" dirty="0"/>
          </a:p>
        </p:txBody>
      </p:sp>
      <p:sp>
        <p:nvSpPr>
          <p:cNvPr id="48" name="Shape 46"/>
          <p:cNvSpPr/>
          <p:nvPr/>
        </p:nvSpPr>
        <p:spPr>
          <a:xfrm>
            <a:off x="3550444" y="8835390"/>
            <a:ext cx="1395413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9" name="Text 47"/>
          <p:cNvSpPr/>
          <p:nvPr/>
        </p:nvSpPr>
        <p:spPr>
          <a:xfrm>
            <a:off x="5117306" y="8568690"/>
            <a:ext cx="1028224" cy="472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145 000</a:t>
            </a:r>
            <a:endParaRPr lang="en-US" sz="2325" dirty="0"/>
          </a:p>
        </p:txBody>
      </p:sp>
      <p:sp>
        <p:nvSpPr>
          <p:cNvPr id="50" name="Shape 48"/>
          <p:cNvSpPr/>
          <p:nvPr/>
        </p:nvSpPr>
        <p:spPr>
          <a:xfrm>
            <a:off x="9353550" y="1775460"/>
            <a:ext cx="8248650" cy="7940040"/>
          </a:xfrm>
          <a:prstGeom prst="roundRect">
            <a:avLst>
              <a:gd name="adj" fmla="val 2879"/>
            </a:avLst>
          </a:prstGeom>
          <a:solidFill>
            <a:srgbClr val="1A1A1A"/>
          </a:solidFill>
          <a:ln w="7620">
            <a:solidFill>
              <a:srgbClr val="2C2C2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8820" y="2030730"/>
            <a:ext cx="1845350" cy="57912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</p:sp>
      <p:sp>
        <p:nvSpPr>
          <p:cNvPr id="52" name="Text 50"/>
          <p:cNvSpPr/>
          <p:nvPr/>
        </p:nvSpPr>
        <p:spPr>
          <a:xfrm>
            <a:off x="9799320" y="2106930"/>
            <a:ext cx="15405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360" kern="0" dirty="0">
                <a:solidFill>
                  <a:srgbClr val="12121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SALATLAR</a:t>
            </a:r>
            <a:endParaRPr lang="en-US" sz="2250" dirty="0"/>
          </a:p>
        </p:txBody>
      </p:sp>
      <p:sp>
        <p:nvSpPr>
          <p:cNvPr id="53" name="Shape 51"/>
          <p:cNvSpPr/>
          <p:nvPr/>
        </p:nvSpPr>
        <p:spPr>
          <a:xfrm>
            <a:off x="11606569" y="2315528"/>
            <a:ext cx="5740361" cy="9525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54" name="Shape 52"/>
          <p:cNvSpPr/>
          <p:nvPr/>
        </p:nvSpPr>
        <p:spPr>
          <a:xfrm>
            <a:off x="9608820" y="326136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608820" y="2819400"/>
            <a:ext cx="2433007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ACHCHIQ-CHUCHUK</a:t>
            </a:r>
            <a:endParaRPr lang="en-US" sz="2175" dirty="0"/>
          </a:p>
        </p:txBody>
      </p:sp>
      <p:sp>
        <p:nvSpPr>
          <p:cNvPr id="56" name="Shape 54"/>
          <p:cNvSpPr/>
          <p:nvPr/>
        </p:nvSpPr>
        <p:spPr>
          <a:xfrm>
            <a:off x="11973045" y="3063240"/>
            <a:ext cx="1827371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57" name="Text 55"/>
          <p:cNvSpPr/>
          <p:nvPr/>
        </p:nvSpPr>
        <p:spPr>
          <a:xfrm>
            <a:off x="13952816" y="2819400"/>
            <a:ext cx="860465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22 000</a:t>
            </a:r>
            <a:endParaRPr lang="en-US" sz="2175" dirty="0"/>
          </a:p>
        </p:txBody>
      </p:sp>
      <p:sp>
        <p:nvSpPr>
          <p:cNvPr id="58" name="Shape 56"/>
          <p:cNvSpPr/>
          <p:nvPr/>
        </p:nvSpPr>
        <p:spPr>
          <a:xfrm>
            <a:off x="9608820" y="374904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608820" y="3307080"/>
            <a:ext cx="79879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SVEJIY</a:t>
            </a:r>
            <a:endParaRPr lang="en-US" sz="2175" dirty="0"/>
          </a:p>
        </p:txBody>
      </p:sp>
      <p:sp>
        <p:nvSpPr>
          <p:cNvPr id="60" name="Shape 58"/>
          <p:cNvSpPr/>
          <p:nvPr/>
        </p:nvSpPr>
        <p:spPr>
          <a:xfrm>
            <a:off x="10483810" y="3550920"/>
            <a:ext cx="3318034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1" name="Text 59"/>
          <p:cNvSpPr/>
          <p:nvPr/>
        </p:nvSpPr>
        <p:spPr>
          <a:xfrm>
            <a:off x="13954245" y="3307080"/>
            <a:ext cx="859036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24 000</a:t>
            </a:r>
            <a:endParaRPr lang="en-US" sz="2175" dirty="0"/>
          </a:p>
        </p:txBody>
      </p:sp>
      <p:sp>
        <p:nvSpPr>
          <p:cNvPr id="62" name="Shape 60"/>
          <p:cNvSpPr/>
          <p:nvPr/>
        </p:nvSpPr>
        <p:spPr>
          <a:xfrm>
            <a:off x="9608820" y="423672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9608820" y="3794760"/>
            <a:ext cx="1114187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VILOCHKI</a:t>
            </a:r>
            <a:endParaRPr lang="en-US" sz="2175" dirty="0"/>
          </a:p>
        </p:txBody>
      </p:sp>
      <p:sp>
        <p:nvSpPr>
          <p:cNvPr id="64" name="Shape 62"/>
          <p:cNvSpPr/>
          <p:nvPr/>
        </p:nvSpPr>
        <p:spPr>
          <a:xfrm>
            <a:off x="10799207" y="4038600"/>
            <a:ext cx="3001208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5" name="Text 63"/>
          <p:cNvSpPr/>
          <p:nvPr/>
        </p:nvSpPr>
        <p:spPr>
          <a:xfrm>
            <a:off x="13952816" y="3794760"/>
            <a:ext cx="860465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22 000</a:t>
            </a:r>
            <a:endParaRPr lang="en-US" sz="2175" dirty="0"/>
          </a:p>
        </p:txBody>
      </p:sp>
      <p:sp>
        <p:nvSpPr>
          <p:cNvPr id="66" name="Shape 64"/>
          <p:cNvSpPr/>
          <p:nvPr/>
        </p:nvSpPr>
        <p:spPr>
          <a:xfrm>
            <a:off x="9608820" y="472440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9608820" y="4282440"/>
            <a:ext cx="84248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SUZMA</a:t>
            </a:r>
            <a:endParaRPr lang="en-US" sz="2175" dirty="0"/>
          </a:p>
        </p:txBody>
      </p:sp>
      <p:sp>
        <p:nvSpPr>
          <p:cNvPr id="68" name="Shape 66"/>
          <p:cNvSpPr/>
          <p:nvPr/>
        </p:nvSpPr>
        <p:spPr>
          <a:xfrm>
            <a:off x="10527506" y="4526280"/>
            <a:ext cx="3262670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9" name="Text 67"/>
          <p:cNvSpPr/>
          <p:nvPr/>
        </p:nvSpPr>
        <p:spPr>
          <a:xfrm>
            <a:off x="13942576" y="4282440"/>
            <a:ext cx="870704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20 000</a:t>
            </a:r>
            <a:endParaRPr lang="en-US" sz="2175" dirty="0"/>
          </a:p>
        </p:txBody>
      </p:sp>
      <p:sp>
        <p:nvSpPr>
          <p:cNvPr id="70" name="Shape 68"/>
          <p:cNvSpPr/>
          <p:nvPr/>
        </p:nvSpPr>
        <p:spPr>
          <a:xfrm>
            <a:off x="9608820" y="521208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9608820" y="4770120"/>
            <a:ext cx="183592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YOZGI ASSORTI</a:t>
            </a:r>
            <a:endParaRPr lang="en-US" sz="2175" dirty="0"/>
          </a:p>
        </p:txBody>
      </p:sp>
      <p:sp>
        <p:nvSpPr>
          <p:cNvPr id="72" name="Shape 70"/>
          <p:cNvSpPr/>
          <p:nvPr/>
        </p:nvSpPr>
        <p:spPr>
          <a:xfrm>
            <a:off x="11430238" y="5013960"/>
            <a:ext cx="2366843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3" name="Text 71"/>
          <p:cNvSpPr/>
          <p:nvPr/>
        </p:nvSpPr>
        <p:spPr>
          <a:xfrm>
            <a:off x="13949482" y="4770120"/>
            <a:ext cx="863798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38 000</a:t>
            </a:r>
            <a:endParaRPr lang="en-US" sz="2175" dirty="0"/>
          </a:p>
        </p:txBody>
      </p:sp>
      <p:sp>
        <p:nvSpPr>
          <p:cNvPr id="74" name="Shape 72"/>
          <p:cNvSpPr/>
          <p:nvPr/>
        </p:nvSpPr>
        <p:spPr>
          <a:xfrm>
            <a:off x="9608820" y="569976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9608820" y="5257800"/>
            <a:ext cx="2080177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MUJSKOY KAPRIZ</a:t>
            </a:r>
            <a:endParaRPr lang="en-US" sz="2175" dirty="0"/>
          </a:p>
        </p:txBody>
      </p:sp>
      <p:sp>
        <p:nvSpPr>
          <p:cNvPr id="76" name="Shape 74"/>
          <p:cNvSpPr/>
          <p:nvPr/>
        </p:nvSpPr>
        <p:spPr>
          <a:xfrm>
            <a:off x="11652290" y="5501640"/>
            <a:ext cx="2139553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7" name="Text 75"/>
          <p:cNvSpPr/>
          <p:nvPr/>
        </p:nvSpPr>
        <p:spPr>
          <a:xfrm>
            <a:off x="13944243" y="5257800"/>
            <a:ext cx="869037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46 000</a:t>
            </a:r>
            <a:endParaRPr lang="en-US" sz="2175" dirty="0"/>
          </a:p>
        </p:txBody>
      </p:sp>
      <p:sp>
        <p:nvSpPr>
          <p:cNvPr id="78" name="Shape 76"/>
          <p:cNvSpPr/>
          <p:nvPr/>
        </p:nvSpPr>
        <p:spPr>
          <a:xfrm>
            <a:off x="9608820" y="618744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9608820" y="5745480"/>
            <a:ext cx="132488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YAPONCHA</a:t>
            </a:r>
            <a:endParaRPr lang="en-US" sz="2175" dirty="0"/>
          </a:p>
        </p:txBody>
      </p:sp>
      <p:sp>
        <p:nvSpPr>
          <p:cNvPr id="80" name="Shape 78"/>
          <p:cNvSpPr/>
          <p:nvPr/>
        </p:nvSpPr>
        <p:spPr>
          <a:xfrm>
            <a:off x="10965656" y="5989320"/>
            <a:ext cx="2830949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81" name="Text 79"/>
          <p:cNvSpPr/>
          <p:nvPr/>
        </p:nvSpPr>
        <p:spPr>
          <a:xfrm>
            <a:off x="13949006" y="5745480"/>
            <a:ext cx="864275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44 000</a:t>
            </a:r>
            <a:endParaRPr lang="en-US" sz="2175" dirty="0"/>
          </a:p>
        </p:txBody>
      </p:sp>
      <p:sp>
        <p:nvSpPr>
          <p:cNvPr id="82" name="Shape 80"/>
          <p:cNvSpPr/>
          <p:nvPr/>
        </p:nvSpPr>
        <p:spPr>
          <a:xfrm>
            <a:off x="9608820" y="667512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9608820" y="6233160"/>
            <a:ext cx="767953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SEZAR</a:t>
            </a:r>
            <a:endParaRPr lang="en-US" sz="2175" dirty="0"/>
          </a:p>
        </p:txBody>
      </p:sp>
      <p:sp>
        <p:nvSpPr>
          <p:cNvPr id="84" name="Shape 82"/>
          <p:cNvSpPr/>
          <p:nvPr/>
        </p:nvSpPr>
        <p:spPr>
          <a:xfrm>
            <a:off x="10452974" y="6477000"/>
            <a:ext cx="3345537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85" name="Text 83"/>
          <p:cNvSpPr/>
          <p:nvPr/>
        </p:nvSpPr>
        <p:spPr>
          <a:xfrm>
            <a:off x="13950910" y="6233160"/>
            <a:ext cx="862370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42 000</a:t>
            </a:r>
            <a:endParaRPr lang="en-US" sz="2175" dirty="0"/>
          </a:p>
        </p:txBody>
      </p:sp>
      <p:sp>
        <p:nvSpPr>
          <p:cNvPr id="86" name="Shape 84"/>
          <p:cNvSpPr/>
          <p:nvPr/>
        </p:nvSpPr>
        <p:spPr>
          <a:xfrm>
            <a:off x="9608820" y="716280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9608820" y="6720840"/>
            <a:ext cx="151897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GRECHESKIY</a:t>
            </a:r>
            <a:endParaRPr lang="en-US" sz="2175" dirty="0"/>
          </a:p>
        </p:txBody>
      </p:sp>
      <p:sp>
        <p:nvSpPr>
          <p:cNvPr id="88" name="Shape 86"/>
          <p:cNvSpPr/>
          <p:nvPr/>
        </p:nvSpPr>
        <p:spPr>
          <a:xfrm>
            <a:off x="11142107" y="6964680"/>
            <a:ext cx="2646164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89" name="Text 87"/>
          <p:cNvSpPr/>
          <p:nvPr/>
        </p:nvSpPr>
        <p:spPr>
          <a:xfrm>
            <a:off x="13940671" y="6720840"/>
            <a:ext cx="872609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40 000</a:t>
            </a:r>
            <a:endParaRPr lang="en-US" sz="2175" dirty="0"/>
          </a:p>
        </p:txBody>
      </p:sp>
      <p:sp>
        <p:nvSpPr>
          <p:cNvPr id="90" name="Shape 88"/>
          <p:cNvSpPr/>
          <p:nvPr/>
        </p:nvSpPr>
        <p:spPr>
          <a:xfrm>
            <a:off x="9608820" y="765048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9608820" y="7208520"/>
            <a:ext cx="845582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OLIVYE</a:t>
            </a:r>
            <a:endParaRPr lang="en-US" sz="2175" dirty="0"/>
          </a:p>
        </p:txBody>
      </p:sp>
      <p:sp>
        <p:nvSpPr>
          <p:cNvPr id="92" name="Shape 90"/>
          <p:cNvSpPr/>
          <p:nvPr/>
        </p:nvSpPr>
        <p:spPr>
          <a:xfrm>
            <a:off x="10530603" y="7452360"/>
            <a:ext cx="3259931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93" name="Text 91"/>
          <p:cNvSpPr/>
          <p:nvPr/>
        </p:nvSpPr>
        <p:spPr>
          <a:xfrm>
            <a:off x="13942934" y="7208520"/>
            <a:ext cx="870347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30 000</a:t>
            </a:r>
            <a:endParaRPr lang="en-US" sz="2175" dirty="0"/>
          </a:p>
        </p:txBody>
      </p:sp>
      <p:sp>
        <p:nvSpPr>
          <p:cNvPr id="94" name="Shape 92"/>
          <p:cNvSpPr/>
          <p:nvPr/>
        </p:nvSpPr>
        <p:spPr>
          <a:xfrm>
            <a:off x="9608820" y="813816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9608820" y="7696200"/>
            <a:ext cx="220970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GO‘SHTLI ASSORTI</a:t>
            </a:r>
            <a:endParaRPr lang="en-US" sz="2175" dirty="0"/>
          </a:p>
        </p:txBody>
      </p:sp>
      <p:sp>
        <p:nvSpPr>
          <p:cNvPr id="96" name="Shape 94"/>
          <p:cNvSpPr/>
          <p:nvPr/>
        </p:nvSpPr>
        <p:spPr>
          <a:xfrm>
            <a:off x="11770043" y="7940040"/>
            <a:ext cx="2027873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97" name="Text 95"/>
          <p:cNvSpPr/>
          <p:nvPr/>
        </p:nvSpPr>
        <p:spPr>
          <a:xfrm>
            <a:off x="13950315" y="7696200"/>
            <a:ext cx="862965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85 000</a:t>
            </a:r>
            <a:endParaRPr lang="en-US" sz="2175" dirty="0"/>
          </a:p>
        </p:txBody>
      </p:sp>
      <p:sp>
        <p:nvSpPr>
          <p:cNvPr id="98" name="Shape 96"/>
          <p:cNvSpPr/>
          <p:nvPr/>
        </p:nvSpPr>
        <p:spPr>
          <a:xfrm>
            <a:off x="9608820" y="8625840"/>
            <a:ext cx="5128260" cy="9525"/>
          </a:xfrm>
          <a:prstGeom prst="rect">
            <a:avLst/>
          </a:prstGeom>
          <a:solidFill>
            <a:srgbClr val="F2EDE4">
              <a:alpha val="6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9608820" y="8183880"/>
            <a:ext cx="198273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MEVALI ASSORTI</a:t>
            </a:r>
            <a:endParaRPr lang="en-US" sz="2175" dirty="0"/>
          </a:p>
        </p:txBody>
      </p:sp>
      <p:sp>
        <p:nvSpPr>
          <p:cNvPr id="100" name="Shape 98"/>
          <p:cNvSpPr/>
          <p:nvPr/>
        </p:nvSpPr>
        <p:spPr>
          <a:xfrm>
            <a:off x="11563707" y="8427720"/>
            <a:ext cx="2238970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1" name="Text 99"/>
          <p:cNvSpPr/>
          <p:nvPr/>
        </p:nvSpPr>
        <p:spPr>
          <a:xfrm>
            <a:off x="13955077" y="8183880"/>
            <a:ext cx="858202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55 000</a:t>
            </a:r>
            <a:endParaRPr lang="en-US" sz="2175" dirty="0"/>
          </a:p>
        </p:txBody>
      </p:sp>
      <p:sp>
        <p:nvSpPr>
          <p:cNvPr id="102" name="Text 100"/>
          <p:cNvSpPr/>
          <p:nvPr/>
        </p:nvSpPr>
        <p:spPr>
          <a:xfrm>
            <a:off x="9608820" y="8700135"/>
            <a:ext cx="226785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spc="109" kern="0" dirty="0">
                <a:solidFill>
                  <a:srgbClr val="E0C48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QIRG‘OVUL UYASI</a:t>
            </a:r>
            <a:endParaRPr lang="en-US" sz="2175" dirty="0"/>
          </a:p>
        </p:txBody>
      </p:sp>
      <p:sp>
        <p:nvSpPr>
          <p:cNvPr id="103" name="Shape 101"/>
          <p:cNvSpPr/>
          <p:nvPr/>
        </p:nvSpPr>
        <p:spPr>
          <a:xfrm>
            <a:off x="11822906" y="8943975"/>
            <a:ext cx="1978581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4" name="Text 102"/>
          <p:cNvSpPr/>
          <p:nvPr/>
        </p:nvSpPr>
        <p:spPr>
          <a:xfrm>
            <a:off x="13953887" y="8700135"/>
            <a:ext cx="859393" cy="4419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52 000</a:t>
            </a:r>
            <a:endParaRPr lang="en-US" sz="21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73830" y="1086326"/>
            <a:ext cx="10340340" cy="8114348"/>
          </a:xfrm>
          <a:prstGeom prst="roundRect">
            <a:avLst>
              <a:gd name="adj" fmla="val 3756"/>
            </a:avLst>
          </a:prstGeom>
          <a:solidFill>
            <a:srgbClr val="1A1A1A"/>
          </a:solidFill>
          <a:ln w="762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36398" y="1532096"/>
            <a:ext cx="22152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143"/>
              </a:lnSpc>
              <a:buNone/>
            </a:pPr>
            <a:r>
              <a:rPr lang="en-US" sz="3450" i="1" dirty="0">
                <a:solidFill>
                  <a:srgbClr val="C8A24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Xush kelibsiz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20185" y="2179796"/>
            <a:ext cx="3047512" cy="780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4063"/>
              </a:lnSpc>
              <a:buNone/>
            </a:pPr>
            <a:r>
              <a:rPr lang="en-US" sz="6150" b="1" spc="369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SUHBAT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6697242" y="3131344"/>
            <a:ext cx="489351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585" kern="0" dirty="0">
                <a:solidFill>
                  <a:srgbClr val="807A7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MILLIY TAOMLAR · EST. 2017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724775" y="3725704"/>
            <a:ext cx="2838450" cy="2838450"/>
          </a:xfrm>
          <a:prstGeom prst="roundRect">
            <a:avLst>
              <a:gd name="adj" fmla="val 6040"/>
            </a:avLst>
          </a:prstGeom>
          <a:solidFill>
            <a:srgbClr val="F2EDE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6225" y="3897154"/>
            <a:ext cx="2495550" cy="2495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34175" y="6773704"/>
            <a:ext cx="701953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spc="384" kern="0" dirty="0">
                <a:solidFill>
                  <a:srgbClr val="F2EDE4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TELEFON KAMERASINI QR GA TO‘G‘RILANG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688925" y="7478554"/>
            <a:ext cx="3187422" cy="640080"/>
          </a:xfrm>
          <a:prstGeom prst="roundRect">
            <a:avLst>
              <a:gd name="adj" fmla="val 50000"/>
            </a:avLst>
          </a:prstGeom>
          <a:ln w="7620">
            <a:solidFill>
              <a:srgbClr val="C8A24A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06095" y="7627144"/>
            <a:ext cx="2808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65270" y="7619524"/>
            <a:ext cx="25727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117" kern="0" dirty="0">
                <a:solidFill>
                  <a:srgbClr val="F2EDE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Instagram sahifamiz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9066848" y="7478554"/>
            <a:ext cx="3532227" cy="640080"/>
          </a:xfrm>
          <a:prstGeom prst="roundRect">
            <a:avLst>
              <a:gd name="adj" fmla="val 50000"/>
            </a:avLst>
          </a:prstGeom>
          <a:ln w="7620">
            <a:solidFill>
              <a:srgbClr val="C8A24A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84018" y="7627144"/>
            <a:ext cx="3037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8A24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549956" y="7619524"/>
            <a:ext cx="292689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117" kern="0" dirty="0">
                <a:solidFill>
                  <a:srgbClr val="F2EDE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To‘liq menyu &amp; narxlar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705809" y="8404384"/>
            <a:ext cx="687638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375" kern="0" dirty="0">
                <a:solidFill>
                  <a:srgbClr val="6F6A6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@SUHBAT_MILLIYTAOMLAR · TELEFON / MANZIL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2026-08-09T15:01:46Z</dcterms:created>
  <dcterms:modified xsi:type="dcterms:W3CDTF">2026-08-09T15:01:46Z</dcterms:modified>
</cp:coreProperties>
</file>